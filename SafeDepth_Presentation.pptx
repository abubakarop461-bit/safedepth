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bubakarop461-bit/safedepth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2743200"/>
          </a:xfrm>
          <a:prstGeom prst="ellipse">
            <a:avLst/>
          </a:prstGeom>
          <a:solidFill>
            <a:srgbClr val="00E5A0">
              <a:alpha val="12000"/>
            </a:srgbClr>
          </a:solidFill>
          <a:ln w="12700">
            <a:solidFill>
              <a:srgbClr val="00E5A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</a:t>
            </a:r>
            <a:pPr algn="ctr" indent="0" marL="0">
              <a:buNone/>
            </a:pPr>
            <a:r>
              <a:rPr lang="en-US" sz="52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DEPTH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Zero-Hardware Worker Safety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971800"/>
            <a:ext cx="2743200" cy="274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SafeDepth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Shahid Iqbal  |  B.Tech AI &amp; Data Science, 3rd Year  |  Anjuman College, Nagpur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 |  Frontend Developer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3.0 by Artificix @ GHRCEMN  •  April 7, 2026</a:t>
            </a:r>
            <a:endParaRPr lang="en-US" sz="11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github.com/abubakarop461-bit/safedepth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 Safety in Confined Spaces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560320" cy="1645920"/>
          </a:xfrm>
          <a:prstGeom prst="rect">
            <a:avLst/>
          </a:prstGeom>
          <a:solidFill>
            <a:srgbClr val="0F1F35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Deaths/year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560320" cy="1645920"/>
          </a:xfrm>
          <a:prstGeom prst="rect">
            <a:avLst/>
          </a:prstGeom>
          <a:solidFill>
            <a:srgbClr val="0F1F35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₹50,000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2176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kits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2560320" cy="1645920"/>
          </a:xfrm>
          <a:prstGeom prst="rect">
            <a:avLst/>
          </a:prstGeom>
          <a:solidFill>
            <a:srgbClr val="0F1F35"/>
          </a:solidFill>
          <a:ln w="12700">
            <a:solidFill>
              <a:srgbClr val="00E5A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035040" y="2176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that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afford 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running mines, tanks, sewers &amp; industrial plants have NO affordable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solution. Workers enter confined spaces with zero monitoring.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Delayed detection of gas leaks, accidents, or health emergencies leads to fatalities.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SafeDepth: A ₹0 Safety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06040" cy="1280160"/>
          </a:xfrm>
          <a:prstGeom prst="rect">
            <a:avLst/>
          </a:prstGeom>
          <a:solidFill>
            <a:srgbClr val="0F1F35"/>
          </a:solidFill>
          <a:ln w="12700">
            <a:solidFill>
              <a:srgbClr val="00E5A0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63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Android/iPhone already in workers' pockets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371600"/>
            <a:ext cx="2606040" cy="1280160"/>
          </a:xfrm>
          <a:prstGeom prst="rect">
            <a:avLst/>
          </a:prstGeom>
          <a:solidFill>
            <a:srgbClr val="0F1F35"/>
          </a:solidFill>
          <a:ln w="12700">
            <a:solidFill>
              <a:srgbClr val="00E5A0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463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📶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54680" y="1828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WiFi Only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needed — runs on factory hotspot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371600"/>
            <a:ext cx="2606040" cy="1280160"/>
          </a:xfrm>
          <a:prstGeom prst="rect">
            <a:avLst/>
          </a:prstGeom>
          <a:solidFill>
            <a:srgbClr val="0F1F35"/>
          </a:solidFill>
          <a:ln w="12700">
            <a:solidFill>
              <a:srgbClr val="00E5A0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463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89320" y="1828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932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at 5min, RED CRITICAL at 10min no response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2606040" cy="1280160"/>
          </a:xfrm>
          <a:prstGeom prst="rect">
            <a:avLst/>
          </a:prstGeom>
          <a:solidFill>
            <a:srgbClr val="0F1F35"/>
          </a:solidFill>
          <a:ln w="12700">
            <a:solidFill>
              <a:srgbClr val="00E5A0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🆘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" y="32918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Button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3566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sends instant alert to supervisor dashboard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834640"/>
            <a:ext cx="2606040" cy="1280160"/>
          </a:xfrm>
          <a:prstGeom prst="rect">
            <a:avLst/>
          </a:prstGeom>
          <a:solidFill>
            <a:srgbClr val="0F1F35"/>
          </a:solidFill>
          <a:ln w="12700">
            <a:solidFill>
              <a:srgbClr val="00E5A0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154680" y="32918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54680" y="3566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monitors all workers from laptop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2834640"/>
            <a:ext cx="2606040" cy="1280160"/>
          </a:xfrm>
          <a:prstGeom prst="rect">
            <a:avLst/>
          </a:prstGeom>
          <a:solidFill>
            <a:srgbClr val="0F1F35"/>
          </a:solidFill>
          <a:ln w="12700">
            <a:solidFill>
              <a:srgbClr val="00E5A0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989320" y="32918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Cost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89320" y="3566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₹50,000 IoT kits with free software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Safety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4048" cy="38404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0352" y="1627632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527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registers worker on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384048" cy="38404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" y="2221992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8470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sends safety check request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384048" cy="38404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2816352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4414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sees request on phone, taps I'M SAFE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3410712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035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in 5 min → YELLOW warning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" y="4005072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6301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in 10 min → RED critical alert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2245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button available anytime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03520" y="1188720"/>
            <a:ext cx="3474720" cy="3474720"/>
          </a:xfrm>
          <a:prstGeom prst="rect">
            <a:avLst/>
          </a:prstGeom>
          <a:solidFill>
            <a:srgbClr val="0F1F35"/>
          </a:solidFill>
          <a:ln w="12700">
            <a:solidFill>
              <a:srgbClr val="00E5A0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17373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FastAPI + Python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21214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SQLite + SQLAlchemy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25054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Next.js 14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288950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Vanilla CSS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32735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10s Polling (no WebSockets)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36576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Local WiFi / Hotspot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Worker Monitoring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84124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clock • Worker status • Critical alert panel • Session tracking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MOBILE INTERFACE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Designed for Gloved Hands in Harsh Conditions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3200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384048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389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Screen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846320" y="4389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 + Emergency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SafeDepth vs Hardware IoT Solutions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1089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IoT Hardware Kits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SafeDepth 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A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₹50,000+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E5A0"/>
                          </a:solidFill>
                        </a:rPr>
                        <a:t>₹0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</a:rPr>
                        <a:t>Setup Time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Days / Weeks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E5A0"/>
                          </a:solidFill>
                        </a:rPr>
                        <a:t>5 Minutes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</a:rPr>
                        <a:t>Hardware Required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Sensors, ESP32, LoRa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E5A0"/>
                          </a:solidFill>
                        </a:rPr>
                        <a:t>Just a Phone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</a:rPr>
                        <a:t>Works Without Internet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E5A0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</a:rPr>
                        <a:t>Target Market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Large Enterprises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E5A0"/>
                          </a:solidFill>
                        </a:rPr>
                        <a:t>Every MSME in India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</a:rPr>
                        <a:t>Deploy Today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E5A0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00E5A0">
              <a:alpha val="12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replace a ₹50,000 IoT kit with a ₹0 app. Any MSME in India can deploy this today."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-457200"/>
            <a:ext cx="3657600" cy="3657600"/>
          </a:xfrm>
          <a:prstGeom prst="ellipse">
            <a:avLst/>
          </a:prstGeom>
          <a:solidFill>
            <a:srgbClr val="00E5A0">
              <a:alpha val="8000"/>
            </a:srgbClr>
          </a:solidFill>
          <a:ln w="1270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3657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</a:t>
            </a:r>
            <a:pPr algn="ctr" indent="0" marL="0">
              <a:buNone/>
            </a:pPr>
            <a:r>
              <a:rPr lang="en-US" sz="44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DEPTH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Hardware. Zero Cost. Zero Compromise.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36576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3456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at risk yearly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3456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min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3456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a phone and WiFi. That's 90% of the market nobody is serving."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github.com/abubakarop461-bit/safedepth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2026-04-07T11:06:41Z</dcterms:created>
  <dcterms:modified xsi:type="dcterms:W3CDTF">2026-04-07T11:06:41Z</dcterms:modified>
</cp:coreProperties>
</file>